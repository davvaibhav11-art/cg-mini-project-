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6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6BEDC"/>
                </a:solidFill>
              </a:defRPr>
            </a:pPr>
            <a:r>
              <a:t>PROJECT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8FAFC"/>
                </a:solidFill>
              </a:defRPr>
            </a:pPr>
            <a:r>
              <a:t>Animated Car Using OpenGL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965960"/>
            <a:ext cx="7406640" cy="3520440"/>
          </a:xfrm>
          <a:prstGeom prst="roundRect">
            <a:avLst/>
          </a:prstGeom>
          <a:solidFill>
            <a:srgbClr val="182337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80360" y="2331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BEDC"/>
                </a:solidFill>
              </a:defRPr>
            </a:pPr>
            <a:r>
              <a:t>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265176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8FAFC"/>
                </a:solidFill>
              </a:defRPr>
            </a:pPr>
            <a:r>
              <a:t>Thakor Shubhamkumar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30906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BEDC"/>
                </a:solidFill>
              </a:defRPr>
            </a:pPr>
            <a:r>
              <a:t>ROLL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338328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DD7E1"/>
                </a:solidFill>
              </a:defRPr>
            </a:pPr>
            <a:r>
              <a:t>25051121010006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9319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BEDC"/>
                </a:solidFill>
              </a:defRPr>
            </a:pPr>
            <a: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425196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8FAFC"/>
                </a:solidFill>
              </a:defRPr>
            </a:pPr>
            <a:r>
              <a:t>Roshan Suthar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46908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BEDC"/>
                </a:solidFill>
              </a:defRPr>
            </a:pPr>
            <a:r>
              <a:t>ROLL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498348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DD7E1"/>
                </a:solidFill>
              </a:defRPr>
            </a:pPr>
            <a:r>
              <a:t>25051121010004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DD7E1"/>
                </a:solidFill>
              </a:defRPr>
            </a:pPr>
            <a:r>
              <a:t>Computer Graphics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6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4892040" cy="6748272"/>
          </a:xfrm>
          <a:prstGeom prst="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6BEDC"/>
                </a:solidFill>
              </a:defRPr>
            </a:pPr>
            <a:r>
              <a:t>COMPUTER 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DD7E1"/>
                </a:solidFill>
              </a:defRPr>
            </a:pPr>
            <a:r>
              <a:t>PROJECT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Animated Car</a:t>
            </a:r>
            <a:br/>
            <a:r>
              <a:t>Using OpenGL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DD7E1"/>
                </a:solidFill>
              </a:defRPr>
            </a:pPr>
            <a:r>
              <a:t>PROJECT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9651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6BEDC"/>
                </a:solidFill>
              </a:defRPr>
            </a:pPr>
            <a:r>
              <a:t>2D Animated Car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989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7E1"/>
                </a:solidFill>
              </a:defRPr>
            </a:pPr>
            <a:r>
              <a:t>C • OpenGL • GLUT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5212080"/>
            <a:ext cx="6629400" cy="914400"/>
          </a:xfrm>
          <a:prstGeom prst="rect">
            <a:avLst/>
          </a:prstGeom>
          <a:solidFill>
            <a:srgbClr val="303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0" y="5623560"/>
            <a:ext cx="640080" cy="64008"/>
          </a:xfrm>
          <a:prstGeom prst="rect">
            <a:avLst/>
          </a:prstGeom>
          <a:solidFill>
            <a:srgbClr val="F5C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49440" y="5623560"/>
            <a:ext cx="640080" cy="64008"/>
          </a:xfrm>
          <a:prstGeom prst="rect">
            <a:avLst/>
          </a:prstGeom>
          <a:solidFill>
            <a:srgbClr val="F5C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12480" y="5623560"/>
            <a:ext cx="640080" cy="64008"/>
          </a:xfrm>
          <a:prstGeom prst="rect">
            <a:avLst/>
          </a:prstGeom>
          <a:solidFill>
            <a:srgbClr val="F5C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875520" y="5623560"/>
            <a:ext cx="640080" cy="64008"/>
          </a:xfrm>
          <a:prstGeom prst="rect">
            <a:avLst/>
          </a:prstGeom>
          <a:solidFill>
            <a:srgbClr val="F5C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155680" y="5623560"/>
            <a:ext cx="640080" cy="64008"/>
          </a:xfrm>
          <a:prstGeom prst="rect">
            <a:avLst/>
          </a:prstGeom>
          <a:solidFill>
            <a:srgbClr val="F5C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0" y="3886200"/>
            <a:ext cx="4389120" cy="1143000"/>
          </a:xfrm>
          <a:prstGeom prst="roundRect">
            <a:avLst/>
          </a:prstGeom>
          <a:solidFill>
            <a:srgbClr val="DC4141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rapezoid 16"/>
          <p:cNvSpPr/>
          <p:nvPr/>
        </p:nvSpPr>
        <p:spPr>
          <a:xfrm>
            <a:off x="7360920" y="3063240"/>
            <a:ext cx="2514600" cy="1051560"/>
          </a:xfrm>
          <a:prstGeom prst="trapezoid">
            <a:avLst/>
          </a:prstGeom>
          <a:solidFill>
            <a:srgbClr val="DC4141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rapezoid 17"/>
          <p:cNvSpPr/>
          <p:nvPr/>
        </p:nvSpPr>
        <p:spPr>
          <a:xfrm>
            <a:off x="7607808" y="3246120"/>
            <a:ext cx="914400" cy="594360"/>
          </a:xfrm>
          <a:prstGeom prst="trapezoid">
            <a:avLst/>
          </a:prstGeom>
          <a:solidFill>
            <a:srgbClr val="6EBEE1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rapezoid 18"/>
          <p:cNvSpPr/>
          <p:nvPr/>
        </p:nvSpPr>
        <p:spPr>
          <a:xfrm>
            <a:off x="8668512" y="3246120"/>
            <a:ext cx="960120" cy="594360"/>
          </a:xfrm>
          <a:prstGeom prst="trapezoid">
            <a:avLst/>
          </a:prstGeom>
          <a:solidFill>
            <a:srgbClr val="6EBEE1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178040" y="4572000"/>
            <a:ext cx="777240" cy="777240"/>
          </a:xfrm>
          <a:prstGeom prst="ellipse">
            <a:avLst/>
          </a:prstGeom>
          <a:solidFill>
            <a:srgbClr val="0C142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424927" y="4818888"/>
            <a:ext cx="283464" cy="283464"/>
          </a:xfrm>
          <a:prstGeom prst="ellipse">
            <a:avLst/>
          </a:prstGeom>
          <a:solidFill>
            <a:srgbClr val="96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012680" y="4572000"/>
            <a:ext cx="777240" cy="777240"/>
          </a:xfrm>
          <a:prstGeom prst="ellipse">
            <a:avLst/>
          </a:prstGeom>
          <a:solidFill>
            <a:srgbClr val="0C142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259567" y="4818888"/>
            <a:ext cx="283464" cy="283464"/>
          </a:xfrm>
          <a:prstGeom prst="ellipse">
            <a:avLst/>
          </a:prstGeom>
          <a:solidFill>
            <a:srgbClr val="96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57800" y="960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CDD7E1"/>
                </a:solidFill>
              </a:defRPr>
            </a:pPr>
            <a:r>
              <a:t>2D Animation using Translation &amp; Rotation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187451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</a:defRPr>
            </a:pPr>
            <a:r>
              <a:t>Animated Car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514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6BEDC"/>
                </a:solidFill>
              </a:defRPr>
            </a:pPr>
            <a:r>
              <a:t>OpenGL + GLUT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424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43891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3069B4"/>
                </a:solidFill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914400" cy="54864"/>
          </a:xfrm>
          <a:prstGeom prst="rect">
            <a:avLst/>
          </a:prstGeom>
          <a:solidFill>
            <a:srgbClr val="46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1463040"/>
            <a:ext cx="146304" cy="146304"/>
          </a:xfrm>
          <a:prstGeom prst="ellipse">
            <a:avLst/>
          </a:prstGeom>
          <a:solidFill>
            <a:srgbClr val="3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1417320"/>
            <a:ext cx="9966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B37"/>
                </a:solidFill>
              </a:defRPr>
            </a:pPr>
            <a:r>
              <a:t>A simple 2D computer graphics project built with OpenGL and GLUT.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377439"/>
            <a:ext cx="146304" cy="146304"/>
          </a:xfrm>
          <a:prstGeom prst="ellipse">
            <a:avLst/>
          </a:prstGeom>
          <a:solidFill>
            <a:srgbClr val="3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2331720"/>
            <a:ext cx="9966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B37"/>
                </a:solidFill>
              </a:defRPr>
            </a:pPr>
            <a:r>
              <a:t>The car is created from basic geometric shapes.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91839"/>
            <a:ext cx="146304" cy="146304"/>
          </a:xfrm>
          <a:prstGeom prst="ellipse">
            <a:avLst/>
          </a:prstGeom>
          <a:solidFill>
            <a:srgbClr val="3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3246120"/>
            <a:ext cx="9966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B37"/>
                </a:solidFill>
              </a:defRPr>
            </a:pPr>
            <a:r>
              <a:t>The car moves across a road from left to right.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206240"/>
            <a:ext cx="146304" cy="146304"/>
          </a:xfrm>
          <a:prstGeom prst="ellipse">
            <a:avLst/>
          </a:prstGeom>
          <a:solidFill>
            <a:srgbClr val="3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4160520"/>
            <a:ext cx="9966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B37"/>
                </a:solidFill>
              </a:defRPr>
            </a:pPr>
            <a:r>
              <a:t>The wheels rotate while the car is moving.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424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43891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3069B4"/>
                </a:solidFill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914400" cy="54864"/>
          </a:xfrm>
          <a:prstGeom prst="rect">
            <a:avLst/>
          </a:prstGeom>
          <a:solidFill>
            <a:srgbClr val="46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14600" cy="3383280"/>
          </a:xfrm>
          <a:prstGeom prst="roundRect">
            <a:avLst/>
          </a:prstGeom>
          <a:solidFill>
            <a:srgbClr val="F8FA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6BEDC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424"/>
                </a:solidFill>
              </a:defRPr>
            </a:pPr>
            <a:r>
              <a:t>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2011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B37"/>
                </a:solidFill>
              </a:defRPr>
            </a:pPr>
            <a:r>
              <a:t>Draw a simple 2D car.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554480"/>
            <a:ext cx="2514600" cy="3383280"/>
          </a:xfrm>
          <a:prstGeom prst="roundRect">
            <a:avLst/>
          </a:prstGeom>
          <a:solidFill>
            <a:srgbClr val="F8FA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39" y="1828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6BEDC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424"/>
                </a:solidFill>
              </a:defRPr>
            </a:pPr>
            <a:r>
              <a:t>Move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971800"/>
            <a:ext cx="2011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B37"/>
                </a:solidFill>
              </a:defRPr>
            </a:pPr>
            <a:r>
              <a:t>Use translation for car movement.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554480"/>
            <a:ext cx="2514600" cy="3383280"/>
          </a:xfrm>
          <a:prstGeom prst="roundRect">
            <a:avLst/>
          </a:prstGeom>
          <a:solidFill>
            <a:srgbClr val="F8FA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59" y="1828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6BEDC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424"/>
                </a:solidFill>
              </a:defRPr>
            </a:pPr>
            <a:r>
              <a:t>Rotate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971800"/>
            <a:ext cx="2011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B37"/>
                </a:solidFill>
              </a:defRPr>
            </a:pPr>
            <a:r>
              <a:t>Rotate both wheels.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554480"/>
            <a:ext cx="2514600" cy="3383280"/>
          </a:xfrm>
          <a:prstGeom prst="roundRect">
            <a:avLst/>
          </a:prstGeom>
          <a:solidFill>
            <a:srgbClr val="F8FA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0" y="1828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6BEDC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424"/>
                </a:solidFill>
              </a:defRPr>
            </a:pPr>
            <a:r>
              <a:t>Animate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971800"/>
            <a:ext cx="2011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B37"/>
                </a:solidFill>
              </a:defRPr>
            </a:pPr>
            <a:r>
              <a:t>Update the scene continuously.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424"/>
                </a:solidFill>
              </a:defRPr>
            </a:pPr>
            <a:r>
              <a:t>OpenGL Functions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43891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3069B4"/>
                </a:solidFill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914400" cy="54864"/>
          </a:xfrm>
          <a:prstGeom prst="rect">
            <a:avLst/>
          </a:prstGeom>
          <a:solidFill>
            <a:srgbClr val="46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1463040"/>
            <a:ext cx="146304" cy="146304"/>
          </a:xfrm>
          <a:prstGeom prst="ellipse">
            <a:avLst/>
          </a:prstGeom>
          <a:solidFill>
            <a:srgbClr val="3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1417320"/>
            <a:ext cx="9966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B37"/>
                </a:solidFill>
              </a:defRPr>
            </a:pPr>
            <a:r>
              <a:t>glBegin() / glEnd() – start and finish drawing shapes.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377439"/>
            <a:ext cx="146304" cy="146304"/>
          </a:xfrm>
          <a:prstGeom prst="ellipse">
            <a:avLst/>
          </a:prstGeom>
          <a:solidFill>
            <a:srgbClr val="3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2331720"/>
            <a:ext cx="9966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B37"/>
                </a:solidFill>
              </a:defRPr>
            </a:pPr>
            <a:r>
              <a:t>glColor3f() – set the color of the object.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91839"/>
            <a:ext cx="146304" cy="146304"/>
          </a:xfrm>
          <a:prstGeom prst="ellipse">
            <a:avLst/>
          </a:prstGeom>
          <a:solidFill>
            <a:srgbClr val="3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3246120"/>
            <a:ext cx="9966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B37"/>
                </a:solidFill>
              </a:defRPr>
            </a:pPr>
            <a:r>
              <a:t>glVertex2f() – define 2D coordinates.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206240"/>
            <a:ext cx="146304" cy="146304"/>
          </a:xfrm>
          <a:prstGeom prst="ellipse">
            <a:avLst/>
          </a:prstGeom>
          <a:solidFill>
            <a:srgbClr val="3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4160520"/>
            <a:ext cx="9966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B37"/>
                </a:solidFill>
              </a:defRPr>
            </a:pPr>
            <a:r>
              <a:t>glTranslatef() – move the car.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5120640"/>
            <a:ext cx="146304" cy="146304"/>
          </a:xfrm>
          <a:prstGeom prst="ellipse">
            <a:avLst/>
          </a:prstGeom>
          <a:solidFill>
            <a:srgbClr val="3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5074920"/>
            <a:ext cx="9966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B37"/>
                </a:solidFill>
              </a:defRPr>
            </a:pPr>
            <a:r>
              <a:t>glRotatef() – rotate the wheels.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6035040"/>
            <a:ext cx="146304" cy="146304"/>
          </a:xfrm>
          <a:prstGeom prst="ellipse">
            <a:avLst/>
          </a:prstGeom>
          <a:solidFill>
            <a:srgbClr val="3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5989320"/>
            <a:ext cx="9966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B37"/>
                </a:solidFill>
              </a:defRPr>
            </a:pPr>
            <a:r>
              <a:t>glPushMatrix() / glPopMatrix() – manage transformations.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6949440"/>
            <a:ext cx="146304" cy="146304"/>
          </a:xfrm>
          <a:prstGeom prst="ellipse">
            <a:avLst/>
          </a:prstGeom>
          <a:solidFill>
            <a:srgbClr val="3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6903720"/>
            <a:ext cx="9966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B37"/>
                </a:solidFill>
              </a:defRPr>
            </a:pPr>
            <a:r>
              <a:t>glutSolidTorus() – create the wheel shape.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424"/>
                </a:solidFill>
              </a:defRPr>
            </a:pPr>
            <a:r>
              <a:t>How the Program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43891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3069B4"/>
                </a:solidFill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914400" cy="54864"/>
          </a:xfrm>
          <a:prstGeom prst="rect">
            <a:avLst/>
          </a:prstGeom>
          <a:solidFill>
            <a:srgbClr val="46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7432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013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C1424"/>
                </a:solidFill>
              </a:defRPr>
            </a:pPr>
            <a:r>
              <a:t>1. Open GLUT window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508760"/>
            <a:ext cx="27432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51960" y="18013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C1424"/>
                </a:solidFill>
              </a:defRPr>
            </a:pPr>
            <a:r>
              <a:t>2. Draw road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508760"/>
            <a:ext cx="27432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18013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C1424"/>
                </a:solidFill>
              </a:defRPr>
            </a:pPr>
            <a:r>
              <a:t>3. Translate 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27432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0416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C1424"/>
                </a:solidFill>
              </a:defRPr>
            </a:pPr>
            <a:r>
              <a:t>4. Draw body + wheels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3749039"/>
            <a:ext cx="27432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60" y="40416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C1424"/>
                </a:solidFill>
              </a:defRPr>
            </a:pPr>
            <a:r>
              <a:t>5. Update position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3749039"/>
            <a:ext cx="27432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19" y="40416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C1424"/>
                </a:solidFill>
              </a:defRPr>
            </a:pPr>
            <a:r>
              <a:t>6. Redisplay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</a:defRPr>
            </a:pPr>
            <a:r>
              <a:t>Animation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430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7E1"/>
                </a:solidFill>
              </a:defRPr>
            </a:pPr>
            <a:r>
              <a:t>The timer changes the position and wheel angle repeatedly.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5577840" cy="3566160"/>
          </a:xfrm>
          <a:prstGeom prst="roundRect">
            <a:avLst/>
          </a:prstGeom>
          <a:solidFill>
            <a:srgbClr val="182337"/>
          </a:solidFill>
          <a:ln>
            <a:solidFill>
              <a:srgbClr val="41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240280"/>
            <a:ext cx="4937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46BEDC"/>
                </a:solidFill>
              </a:defRPr>
            </a:pPr>
            <a:r>
              <a:t>x += 0.01;</a:t>
            </a:r>
            <a:br/>
            <a:r>
              <a:t>angle -= 10;</a:t>
            </a:r>
            <a:br/>
            <a:br/>
            <a:r>
              <a:t>if (x &gt; 1.3)</a:t>
            </a:r>
            <a:br/>
            <a:r>
              <a:t>    x = -1.3;</a:t>
            </a:r>
            <a:br/>
            <a:br/>
            <a:r>
              <a:t>glutPostRedisplay();</a:t>
            </a:r>
            <a:br/>
            <a:r>
              <a:t>glutTimerFunc(30, update, 0);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2057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6BEDC"/>
                </a:solidFill>
              </a:defRPr>
            </a:pPr>
            <a:r>
              <a:t>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207568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</a:defRPr>
            </a:pPr>
            <a:r>
              <a:t>Car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0175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6BEDC"/>
                </a:solidFill>
              </a:defRPr>
            </a:pPr>
            <a:r>
              <a:t>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30358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</a:defRPr>
            </a:pPr>
            <a:r>
              <a:t>Wheel rotation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9776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6BEDC"/>
                </a:solidFill>
              </a:defRPr>
            </a:pPr>
            <a:r>
              <a:t>30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9959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</a:defRPr>
            </a:pPr>
            <a:r>
              <a:t>Timer interval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424"/>
                </a:solidFill>
              </a:defRPr>
            </a:pPr>
            <a:r>
              <a:t>Result /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43891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3069B4"/>
                </a:solidFill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914400" cy="54864"/>
          </a:xfrm>
          <a:prstGeom prst="rect">
            <a:avLst/>
          </a:prstGeom>
          <a:solidFill>
            <a:srgbClr val="46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nimated_car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68580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C1424"/>
                </a:solidFill>
              </a:defRPr>
            </a:pPr>
            <a:r>
              <a:t>The final animation shows: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B37"/>
                </a:solidFill>
              </a:defRPr>
            </a:pPr>
            <a:r>
              <a:t>• Red car on a road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072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B37"/>
                </a:solidFill>
              </a:defRPr>
            </a:pPr>
            <a:r>
              <a:t>• Continuous left-to-right movement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46557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B37"/>
                </a:solidFill>
              </a:defRPr>
            </a:pPr>
            <a:r>
              <a:t>• Rotating wheels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12394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B37"/>
                </a:solidFill>
              </a:defRPr>
            </a:pPr>
            <a:r>
              <a:t>• Repeating animation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400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50876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D7E1EB"/>
                </a:solidFill>
              </a:defRPr>
            </a:pPr>
            <a:r>
              <a:t>This project demonstrates the basic ideas behind 2D OpenGL animation.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6BEDC"/>
                </a:solidFill>
              </a:defRPr>
            </a:pPr>
            <a:r>
              <a:t>✓  Translation controls the car movement.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47287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6BEDC"/>
                </a:solidFill>
              </a:defRPr>
            </a:pPr>
            <a:r>
              <a:t>✓  Rotation controls the wheel animation.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0565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6BEDC"/>
                </a:solidFill>
              </a:defRPr>
            </a:pPr>
            <a:r>
              <a:t>✓  GLUT provides the window and timer.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64024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6BEDC"/>
                </a:solidFill>
              </a:defRPr>
            </a:pPr>
            <a:r>
              <a:t>✓  Double buffering makes the animation smoother.</a:t>
            </a:r>
          </a:p>
        </p:txBody>
      </p:sp>
      <p:pic>
        <p:nvPicPr>
          <p:cNvPr id="8" name="Picture 7" descr="animated_car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051560"/>
            <a:ext cx="393192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18120" y="48920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</a:defRPr>
            </a:pPr>
            <a: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ECDDC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VAIBHAV DAVE</cp:lastModifiedBy>
  <cp:revision>2</cp:revision>
  <dcterms:created xsi:type="dcterms:W3CDTF">2013-01-27T09:14:16Z</dcterms:created>
  <dcterms:modified xsi:type="dcterms:W3CDTF">2026-09-28T04:42:23Z</dcterms:modified>
  <cp:category/>
</cp:coreProperties>
</file>